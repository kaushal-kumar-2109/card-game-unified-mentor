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8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yportfolio-u9dk.onrender.com/" TargetMode="External"/><Relationship Id="rId2" Type="http://schemas.openxmlformats.org/officeDocument/2006/relationships/hyperlink" Target="mailto:kishore21092003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rd-game-k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D18E6-0B11-0FB8-6424-F458979D8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252" y="1473199"/>
            <a:ext cx="7454464" cy="891184"/>
          </a:xfrm>
        </p:spPr>
        <p:txBody>
          <a:bodyPr>
            <a:normAutofit fontScale="90000"/>
          </a:bodyPr>
          <a:lstStyle/>
          <a:p>
            <a:r>
              <a:rPr lang="en-IN" dirty="0"/>
              <a:t>Memory Card Game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F0F95-7C81-2EEC-C909-C3B3BBC7A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2645" y="2871019"/>
            <a:ext cx="5210377" cy="2513782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1287C3"/>
                </a:solidFill>
              </a:rPr>
              <a:t>Internship Project Presentation</a:t>
            </a:r>
          </a:p>
          <a:p>
            <a:pPr algn="l"/>
            <a:br>
              <a:rPr lang="en-US" dirty="0"/>
            </a:br>
            <a:r>
              <a:rPr lang="en-US" b="1" dirty="0"/>
              <a:t>Name: </a:t>
            </a:r>
            <a:r>
              <a:rPr lang="en-US" i="1" dirty="0">
                <a:solidFill>
                  <a:srgbClr val="1287C3"/>
                </a:solidFill>
              </a:rPr>
              <a:t>Kishor</a:t>
            </a:r>
            <a:br>
              <a:rPr lang="en-US" dirty="0"/>
            </a:br>
            <a:r>
              <a:rPr lang="en-US" b="1" dirty="0"/>
              <a:t>Mentor/Organization: </a:t>
            </a:r>
            <a:r>
              <a:rPr lang="en-US" dirty="0">
                <a:solidFill>
                  <a:srgbClr val="1287C3"/>
                </a:solidFill>
              </a:rPr>
              <a:t>Unified Mentor</a:t>
            </a:r>
            <a:br>
              <a:rPr lang="en-US" dirty="0"/>
            </a:br>
            <a:r>
              <a:rPr lang="en-US" b="1" dirty="0"/>
              <a:t>Date: </a:t>
            </a:r>
            <a:r>
              <a:rPr lang="en-US" dirty="0">
                <a:solidFill>
                  <a:srgbClr val="1287C3"/>
                </a:solidFill>
              </a:rPr>
              <a:t>August 2025</a:t>
            </a:r>
            <a:endParaRPr lang="en-IN" dirty="0">
              <a:solidFill>
                <a:srgbClr val="1287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88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3BFA-562A-B03A-85C7-52EE01D50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9"/>
            <a:ext cx="7306980" cy="1048500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89DCC-49D4-A15E-591F-F71110029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9339" y="2734732"/>
            <a:ext cx="6987645" cy="3105629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1287C3"/>
                </a:solidFill>
              </a:rPr>
              <a:t>A web-based memory-testing game that challenges players to find matching pairs of cards.</a:t>
            </a:r>
            <a:br>
              <a:rPr lang="en-US" sz="3200" dirty="0">
                <a:solidFill>
                  <a:srgbClr val="1287C3"/>
                </a:solidFill>
              </a:rPr>
            </a:br>
            <a:r>
              <a:rPr lang="en-US" sz="3200" dirty="0">
                <a:solidFill>
                  <a:srgbClr val="1287C3"/>
                </a:solidFill>
              </a:rPr>
              <a:t>Built using HTML, CSS, and JavaScript to strengthen front-end development skills.</a:t>
            </a:r>
            <a:endParaRPr lang="en-IN" sz="3000" dirty="0">
              <a:solidFill>
                <a:srgbClr val="1287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63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2916-BE65-42AF-8E9D-64F918433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8569" y="1035940"/>
            <a:ext cx="7719934" cy="1058332"/>
          </a:xfrm>
        </p:spPr>
        <p:txBody>
          <a:bodyPr/>
          <a:lstStyle/>
          <a:p>
            <a:r>
              <a:rPr lang="en-IN" b="1" dirty="0"/>
              <a:t>Project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5AF2D-6389-4D4A-42A8-1B74DB110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4874" y="2369576"/>
            <a:ext cx="7719934" cy="3637935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287C3"/>
                </a:solidFill>
              </a:rPr>
              <a:t>Build an interactive memory game using core web technologies.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287C3"/>
                </a:solidFill>
              </a:rPr>
              <a:t>implement card flipping, matching logic, and win detection</a:t>
            </a:r>
            <a:endParaRPr lang="en-IN" sz="3000" dirty="0">
              <a:solidFill>
                <a:srgbClr val="1287C3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287C3"/>
                </a:solidFill>
              </a:rPr>
              <a:t>Track moves and time taken by the player.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287C3"/>
                </a:solidFill>
              </a:rPr>
              <a:t>Ensure responsive design for all screen sizes.</a:t>
            </a:r>
            <a:endParaRPr lang="en-IN" sz="3000" dirty="0">
              <a:solidFill>
                <a:srgbClr val="1287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67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1CD5F-CAA3-2882-EB95-22E4CCA22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7444631" cy="96000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Technology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D0A7F-54E9-FC4C-A9AC-73B617600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3503" y="3429000"/>
            <a:ext cx="6987645" cy="2326969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/>
              <a:t>HTML</a:t>
            </a:r>
            <a:r>
              <a:rPr lang="en-US" dirty="0"/>
              <a:t> – </a:t>
            </a:r>
            <a:r>
              <a:rPr lang="en-US" dirty="0">
                <a:solidFill>
                  <a:srgbClr val="1287C3"/>
                </a:solidFill>
              </a:rPr>
              <a:t>Structure and layout of the game board.</a:t>
            </a:r>
          </a:p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/>
              <a:t>CSS</a:t>
            </a:r>
            <a:r>
              <a:rPr lang="en-US" dirty="0"/>
              <a:t> – </a:t>
            </a:r>
            <a:r>
              <a:rPr lang="en-US" dirty="0">
                <a:solidFill>
                  <a:srgbClr val="1287C3"/>
                </a:solidFill>
              </a:rPr>
              <a:t>Styling and responsive design.</a:t>
            </a:r>
          </a:p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/>
              <a:t>JavaScript</a:t>
            </a:r>
            <a:r>
              <a:rPr lang="en-US" dirty="0"/>
              <a:t> – </a:t>
            </a:r>
            <a:r>
              <a:rPr lang="en-US" dirty="0">
                <a:solidFill>
                  <a:srgbClr val="1287C3"/>
                </a:solidFill>
              </a:rPr>
              <a:t>Game logic and interactivity.</a:t>
            </a:r>
          </a:p>
        </p:txBody>
      </p:sp>
    </p:spTree>
    <p:extLst>
      <p:ext uri="{BB962C8B-B14F-4D97-AF65-F5344CB8AC3E}">
        <p14:creationId xmlns:p14="http://schemas.microsoft.com/office/powerpoint/2010/main" val="375880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24A8-65FF-900C-998B-9617332B2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6857283" cy="865827"/>
          </a:xfrm>
        </p:spPr>
        <p:txBody>
          <a:bodyPr>
            <a:normAutofit fontScale="90000"/>
          </a:bodyPr>
          <a:lstStyle/>
          <a:p>
            <a:r>
              <a:rPr lang="en-IN" dirty="0"/>
              <a:t>Game Description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8731A-B19F-7502-7243-2258BA15A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3693" y="2536436"/>
            <a:ext cx="7853086" cy="2941496"/>
          </a:xfrm>
        </p:spPr>
        <p:txBody>
          <a:bodyPr/>
          <a:lstStyle/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Grid layout of facedown cards.</a:t>
            </a:r>
          </a:p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Each card hides an image.</a:t>
            </a:r>
          </a:p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Players click to flip cards and match pairs.</a:t>
            </a:r>
          </a:p>
        </p:txBody>
      </p:sp>
    </p:spTree>
    <p:extLst>
      <p:ext uri="{BB962C8B-B14F-4D97-AF65-F5344CB8AC3E}">
        <p14:creationId xmlns:p14="http://schemas.microsoft.com/office/powerpoint/2010/main" val="249445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2789-ED5A-9C8C-E6F3-31C4F2219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9"/>
            <a:ext cx="6488315" cy="1010206"/>
          </a:xfrm>
        </p:spPr>
        <p:txBody>
          <a:bodyPr/>
          <a:lstStyle/>
          <a:p>
            <a:r>
              <a:rPr lang="en-IN" dirty="0"/>
              <a:t>Game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57FD3-5FD1-0D7C-BBC8-8B4C1E9DE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2595716"/>
            <a:ext cx="6987645" cy="2789085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Click two cards to reveal their hidden images.</a:t>
            </a:r>
          </a:p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If they match, they remain face up.</a:t>
            </a:r>
          </a:p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If they don’t match, they flip back.</a:t>
            </a:r>
          </a:p>
          <a:p>
            <a:pPr marL="342900" indent="-342900" algn="l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Game ends when all pairs are matched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8180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7CE75-D653-73CA-0E98-A284645EB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9"/>
            <a:ext cx="7572451" cy="910848"/>
          </a:xfrm>
        </p:spPr>
        <p:txBody>
          <a:bodyPr>
            <a:normAutofit fontScale="90000"/>
          </a:bodyPr>
          <a:lstStyle/>
          <a:p>
            <a:r>
              <a:rPr lang="en-IN" dirty="0"/>
              <a:t>Game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983543-F7CA-BA02-25F6-9627EB443D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19485" y="2827227"/>
            <a:ext cx="82689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rgbClr val="1287C3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Card flipping and matching logic.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Moves counter to track attempts.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Timer to measure completion time.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“New Game” button to reset and shuffle..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“Game Over.” message on completion</a:t>
            </a:r>
          </a:p>
        </p:txBody>
      </p:sp>
    </p:spTree>
    <p:extLst>
      <p:ext uri="{BB962C8B-B14F-4D97-AF65-F5344CB8AC3E}">
        <p14:creationId xmlns:p14="http://schemas.microsoft.com/office/powerpoint/2010/main" val="1765111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8273-5B45-E894-4410-8CCD7144A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504" y="1301410"/>
            <a:ext cx="8693328" cy="940345"/>
          </a:xfrm>
        </p:spPr>
        <p:txBody>
          <a:bodyPr>
            <a:normAutofit fontScale="90000"/>
          </a:bodyPr>
          <a:lstStyle/>
          <a:p>
            <a:r>
              <a:rPr lang="en-IN" dirty="0"/>
              <a:t>Game Flow / Functionality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FD552F-6707-7443-C326-E1E51309D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6633" y="2694038"/>
            <a:ext cx="6223818" cy="3647768"/>
          </a:xfrm>
        </p:spPr>
        <p:txBody>
          <a:bodyPr>
            <a:normAutofit/>
          </a:bodyPr>
          <a:lstStyle/>
          <a:p>
            <a:pPr marL="457200" indent="-457200" algn="l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dirty="0">
                <a:solidFill>
                  <a:srgbClr val="1287C3"/>
                </a:solidFill>
              </a:rPr>
              <a:t>Players click to reveal two cards.</a:t>
            </a:r>
            <a:endParaRPr lang="en-IN" dirty="0">
              <a:solidFill>
                <a:srgbClr val="1287C3"/>
              </a:solidFill>
            </a:endParaRPr>
          </a:p>
          <a:p>
            <a:pPr marL="457200" indent="-457200" algn="l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dirty="0">
                <a:solidFill>
                  <a:srgbClr val="1287C3"/>
                </a:solidFill>
              </a:rPr>
              <a:t>Check if they match:	</a:t>
            </a:r>
          </a:p>
          <a:p>
            <a:pPr marL="914400" lvl="1" indent="-457200" algn="l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✅ </a:t>
            </a:r>
            <a:r>
              <a:rPr lang="en-US" dirty="0">
                <a:solidFill>
                  <a:srgbClr val="1287C3"/>
                </a:solidFill>
              </a:rPr>
              <a:t>If yes : Keep both revealed.</a:t>
            </a:r>
          </a:p>
          <a:p>
            <a:pPr marL="914400" lvl="1" indent="-457200" algn="l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287C3"/>
                </a:solidFill>
              </a:rPr>
              <a:t>❌ </a:t>
            </a:r>
            <a:r>
              <a:rPr lang="en-US" dirty="0">
                <a:solidFill>
                  <a:srgbClr val="1287C3"/>
                </a:solidFill>
              </a:rPr>
              <a:t>If not : Flip both back.</a:t>
            </a:r>
          </a:p>
          <a:p>
            <a:pPr marL="457200" indent="-457200" algn="l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IN" dirty="0">
                <a:solidFill>
                  <a:srgbClr val="1287C3"/>
                </a:solidFill>
              </a:rPr>
              <a:t>Track moves and time in real-time.</a:t>
            </a:r>
          </a:p>
          <a:p>
            <a:pPr marL="457200" indent="-457200" algn="l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IN" dirty="0">
                <a:solidFill>
                  <a:srgbClr val="1287C3"/>
                </a:solidFill>
              </a:rPr>
              <a:t>Display final stats when game ends.</a:t>
            </a:r>
          </a:p>
        </p:txBody>
      </p:sp>
    </p:spTree>
    <p:extLst>
      <p:ext uri="{BB962C8B-B14F-4D97-AF65-F5344CB8AC3E}">
        <p14:creationId xmlns:p14="http://schemas.microsoft.com/office/powerpoint/2010/main" val="2685578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C493-45DB-8142-EA5D-ADD32CBE8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9240" y="917952"/>
            <a:ext cx="7267651" cy="930513"/>
          </a:xfrm>
        </p:spPr>
        <p:txBody>
          <a:bodyPr>
            <a:normAutofit fontScale="90000"/>
          </a:bodyPr>
          <a:lstStyle/>
          <a:p>
            <a:r>
              <a:rPr lang="en-IN" dirty="0"/>
              <a:t>Code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A6570-4614-CFAF-893C-08C10B70B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2222090"/>
            <a:ext cx="7676623" cy="4778477"/>
          </a:xfrm>
        </p:spPr>
        <p:txBody>
          <a:bodyPr/>
          <a:lstStyle/>
          <a:p>
            <a:pPr marL="457200" indent="-457200" algn="l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IN" b="1" dirty="0"/>
              <a:t>Index.html – </a:t>
            </a:r>
            <a:r>
              <a:rPr lang="en-IN" b="1" dirty="0">
                <a:solidFill>
                  <a:srgbClr val="1287C3"/>
                </a:solidFill>
              </a:rPr>
              <a:t>The game page </a:t>
            </a:r>
            <a:r>
              <a:rPr lang="en-IN" dirty="0">
                <a:solidFill>
                  <a:srgbClr val="1287C3"/>
                </a:solidFill>
              </a:rPr>
              <a:t>.</a:t>
            </a:r>
          </a:p>
          <a:p>
            <a:pPr marL="457200" indent="-457200" algn="l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IN" b="1" dirty="0"/>
              <a:t>Style.css - </a:t>
            </a:r>
            <a:r>
              <a:rPr lang="en-US" dirty="0">
                <a:solidFill>
                  <a:srgbClr val="1287C3"/>
                </a:solidFill>
              </a:rPr>
              <a:t>Grid design, display area styling, responsive layout.</a:t>
            </a:r>
          </a:p>
          <a:p>
            <a:pPr marL="457200" indent="-457200" algn="l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b="1" dirty="0"/>
              <a:t>Responsiv.css – </a:t>
            </a:r>
            <a:r>
              <a:rPr lang="en-US" dirty="0">
                <a:solidFill>
                  <a:srgbClr val="1287C3"/>
                </a:solidFill>
              </a:rPr>
              <a:t>Provide responsiveness.</a:t>
            </a:r>
          </a:p>
          <a:p>
            <a:pPr marL="457200" indent="-457200" algn="l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b="1" dirty="0"/>
              <a:t>Script.js </a:t>
            </a:r>
            <a:r>
              <a:rPr lang="en-US" dirty="0"/>
              <a:t>– 	</a:t>
            </a:r>
          </a:p>
          <a:p>
            <a:pPr marL="914400" lvl="1" indent="-457200" algn="l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287C3"/>
                </a:solidFill>
              </a:rPr>
              <a:t>Tracs player moves.</a:t>
            </a:r>
          </a:p>
          <a:p>
            <a:pPr marL="914400" lvl="1" indent="-457200" algn="l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287C3"/>
                </a:solidFill>
              </a:rPr>
              <a:t>Handles user input</a:t>
            </a:r>
          </a:p>
          <a:p>
            <a:pPr marL="914400" lvl="1" indent="-457200" algn="l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287C3"/>
                </a:solidFill>
              </a:rPr>
              <a:t>Game Over checking logic</a:t>
            </a:r>
          </a:p>
          <a:p>
            <a:pPr marL="914400" lvl="1" indent="-457200" algn="l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287C3"/>
                </a:solidFill>
              </a:rPr>
              <a:t>Reset game logic</a:t>
            </a:r>
          </a:p>
          <a:p>
            <a:pPr lvl="1" algn="l">
              <a:buClr>
                <a:schemeClr val="bg2">
                  <a:lumMod val="10000"/>
                </a:schemeClr>
              </a:buClr>
            </a:pPr>
            <a:r>
              <a:rPr lang="en-US" dirty="0" err="1">
                <a:solidFill>
                  <a:srgbClr val="1287C3"/>
                </a:solidFill>
              </a:rPr>
              <a:t>etc</a:t>
            </a:r>
            <a:endParaRPr lang="en-US" dirty="0">
              <a:solidFill>
                <a:srgbClr val="1287C3"/>
              </a:solidFill>
            </a:endParaRPr>
          </a:p>
          <a:p>
            <a:pPr marL="342900" indent="-342900"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340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CEA5-CD5C-9E9F-9465-7BEF13468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7651109" cy="871519"/>
          </a:xfrm>
        </p:spPr>
        <p:txBody>
          <a:bodyPr>
            <a:normAutofit fontScale="90000"/>
          </a:bodyPr>
          <a:lstStyle/>
          <a:p>
            <a:r>
              <a:rPr lang="en-IN" dirty="0"/>
              <a:t>Responsive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EBFADB-951B-279C-C1F1-1832676527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28834" y="3077275"/>
            <a:ext cx="7190879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Grid layout adjusts for different screen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 sizes.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Media queries ensure mobile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    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compatibility.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Simple, clean design for usability.</a:t>
            </a:r>
          </a:p>
        </p:txBody>
      </p:sp>
    </p:spTree>
    <p:extLst>
      <p:ext uri="{BB962C8B-B14F-4D97-AF65-F5344CB8AC3E}">
        <p14:creationId xmlns:p14="http://schemas.microsoft.com/office/powerpoint/2010/main" val="270987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1D06-087A-21DA-F89B-0A59A5FB4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9"/>
            <a:ext cx="7238154" cy="842022"/>
          </a:xfrm>
        </p:spPr>
        <p:txBody>
          <a:bodyPr>
            <a:normAutofit fontScale="90000"/>
          </a:bodyPr>
          <a:lstStyle/>
          <a:p>
            <a:r>
              <a:rPr lang="en-IN" dirty="0"/>
              <a:t>Challenges Faced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F179FF-68D3-B8F9-82F6-9074871CFA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03501" y="2880606"/>
            <a:ext cx="7282763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Managing game start efficiently in java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   script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Preventing </a:t>
            </a: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fast double-click glitches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Balancing performance with animations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Designing mobile-friendly layout.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rgbClr val="1287C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004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AEEC5-29B7-0B1C-1850-5965DACBC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9"/>
            <a:ext cx="7139831" cy="969842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B4DC11-6A9B-0571-5383-911FC4ABCF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58061" y="2925077"/>
            <a:ext cx="717696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10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Successfully created a fully functional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10000"/>
                </a:schemeClr>
              </a:buClr>
              <a:buSzTx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 interactive memory card game.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10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Improved JavaScript logic skill and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10000"/>
                </a:schemeClr>
              </a:buClr>
              <a:buSzTx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     Ui/Ux handling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10000"/>
                </a:schemeClr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Learned about responsive design and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10000"/>
                </a:schemeClr>
              </a:buClr>
              <a:buSzTx/>
              <a:tabLst/>
            </a:pPr>
            <a:r>
              <a:rPr lang="en-US" altLang="en-US" sz="3000" dirty="0">
                <a:solidFill>
                  <a:srgbClr val="1287C3"/>
                </a:solidFill>
                <a:latin typeface="Arial" panose="020B0604020202020204" pitchFamily="34" charset="0"/>
              </a:rPr>
              <a:t>    DOM manipulation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1287C3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7852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DAC7-7265-B7B2-FF3A-A29759AEB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7139831" cy="1087829"/>
          </a:xfrm>
        </p:spPr>
        <p:txBody>
          <a:bodyPr/>
          <a:lstStyle/>
          <a:p>
            <a:r>
              <a:rPr lang="en-IN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CE8F3-36BA-8036-9985-48131CD17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8439" y="2467896"/>
            <a:ext cx="8583561" cy="3010035"/>
          </a:xfrm>
        </p:spPr>
        <p:txBody>
          <a:bodyPr>
            <a:noAutofit/>
          </a:bodyPr>
          <a:lstStyle/>
          <a:p>
            <a:pPr algn="l"/>
            <a:r>
              <a:rPr lang="en-IN" sz="3000" b="1" dirty="0">
                <a:solidFill>
                  <a:srgbClr val="1287C3"/>
                </a:solidFill>
              </a:rPr>
              <a:t>Any Questions?</a:t>
            </a:r>
          </a:p>
          <a:p>
            <a:pPr algn="l"/>
            <a:br>
              <a:rPr lang="en-IN" sz="3000" dirty="0"/>
            </a:br>
            <a:r>
              <a:rPr lang="en-IN" sz="3000" b="1" dirty="0"/>
              <a:t>Contact: </a:t>
            </a:r>
            <a:r>
              <a:rPr lang="en-IN" sz="3000" dirty="0">
                <a:solidFill>
                  <a:srgbClr val="1287C3"/>
                </a:solidFill>
                <a:hlinkClick r:id="rId2"/>
              </a:rPr>
              <a:t>kishore21092003@gmail.com</a:t>
            </a:r>
            <a:endParaRPr lang="en-IN" sz="3000" dirty="0">
              <a:solidFill>
                <a:srgbClr val="1287C3"/>
              </a:solidFill>
            </a:endParaRPr>
          </a:p>
          <a:p>
            <a:pPr algn="l"/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Portfolio: </a:t>
            </a:r>
            <a:r>
              <a:rPr lang="en-IN" sz="3000" dirty="0">
                <a:solidFill>
                  <a:srgbClr val="1287C3"/>
                </a:solidFill>
                <a:hlinkClick r:id="rId3"/>
              </a:rPr>
              <a:t>https://myportfolio-u9dk.onrender.com</a:t>
            </a:r>
            <a:endParaRPr lang="en-IN" sz="3000" dirty="0">
              <a:solidFill>
                <a:srgbClr val="1287C3"/>
              </a:solidFill>
            </a:endParaRPr>
          </a:p>
          <a:p>
            <a:pPr algn="l"/>
            <a:r>
              <a:rPr lang="en-IN" sz="3000" b="1" dirty="0"/>
              <a:t>Website: </a:t>
            </a:r>
            <a:r>
              <a:rPr lang="en-IN" sz="3000" dirty="0">
                <a:solidFill>
                  <a:srgbClr val="1287C3"/>
                </a:solidFill>
                <a:hlinkClick r:id="rId4"/>
              </a:rPr>
              <a:t>https://card-game-k.netlify.app/</a:t>
            </a:r>
            <a:endParaRPr lang="en-IN" sz="3000" dirty="0">
              <a:solidFill>
                <a:srgbClr val="1287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669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67</TotalTime>
  <Words>427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Parallax</vt:lpstr>
      <vt:lpstr>Memory Card Game</vt:lpstr>
      <vt:lpstr>Introduction</vt:lpstr>
      <vt:lpstr>Project Objectives</vt:lpstr>
      <vt:lpstr>Technology Stack</vt:lpstr>
      <vt:lpstr>Game Description</vt:lpstr>
      <vt:lpstr>Game Rules</vt:lpstr>
      <vt:lpstr>Game Features</vt:lpstr>
      <vt:lpstr>Game Flow / Functionality</vt:lpstr>
      <vt:lpstr>Code Structure</vt:lpstr>
      <vt:lpstr>Responsive Design</vt:lpstr>
      <vt:lpstr>Challenges Faced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kishore kumar</dc:creator>
  <cp:lastModifiedBy>kishore kumar</cp:lastModifiedBy>
  <cp:revision>14</cp:revision>
  <dcterms:created xsi:type="dcterms:W3CDTF">2025-07-23T13:35:26Z</dcterms:created>
  <dcterms:modified xsi:type="dcterms:W3CDTF">2025-07-25T11:54:02Z</dcterms:modified>
</cp:coreProperties>
</file>